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1"/>
  </p:sldMasterIdLst>
  <p:notesMasterIdLst>
    <p:notesMasterId r:id="rId8"/>
  </p:notesMasterIdLst>
  <p:handoutMasterIdLst>
    <p:handoutMasterId r:id="rId9"/>
  </p:handout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B8C8C6-9D67-4266-8CB5-8FAD24BEFCCB}" v="26" dt="2025-11-14T09:40:40.2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46" autoAdjust="0"/>
    <p:restoredTop sz="96208"/>
  </p:normalViewPr>
  <p:slideViewPr>
    <p:cSldViewPr snapToGrid="0" snapToObjects="1">
      <p:cViewPr>
        <p:scale>
          <a:sx n="66" d="100"/>
          <a:sy n="66" d="100"/>
        </p:scale>
        <p:origin x="604" y="2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43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perazza, Steven" userId="88d11d78-7472-46bd-9ff9-de49b1f4a2a3" providerId="ADAL" clId="{E13AEB23-3EB9-495D-8AC2-99148E8982BE}"/>
    <pc:docChg chg="custSel addSld delSld modSld">
      <pc:chgData name="Sperazza, Steven" userId="88d11d78-7472-46bd-9ff9-de49b1f4a2a3" providerId="ADAL" clId="{E13AEB23-3EB9-495D-8AC2-99148E8982BE}" dt="2025-11-14T09:40:40.251" v="196" actId="1076"/>
      <pc:docMkLst>
        <pc:docMk/>
      </pc:docMkLst>
      <pc:sldChg chg="addSp delSp modSp mod">
        <pc:chgData name="Sperazza, Steven" userId="88d11d78-7472-46bd-9ff9-de49b1f4a2a3" providerId="ADAL" clId="{E13AEB23-3EB9-495D-8AC2-99148E8982BE}" dt="2025-11-14T09:40:40.251" v="196" actId="1076"/>
        <pc:sldMkLst>
          <pc:docMk/>
          <pc:sldMk cId="1615947237" sldId="256"/>
        </pc:sldMkLst>
        <pc:spChg chg="mod">
          <ac:chgData name="Sperazza, Steven" userId="88d11d78-7472-46bd-9ff9-de49b1f4a2a3" providerId="ADAL" clId="{E13AEB23-3EB9-495D-8AC2-99148E8982BE}" dt="2025-11-14T09:35:36.342" v="127" actId="404"/>
          <ac:spMkLst>
            <pc:docMk/>
            <pc:sldMk cId="1615947237" sldId="256"/>
            <ac:spMk id="5" creationId="{00000000-0000-0000-0000-000000000000}"/>
          </ac:spMkLst>
        </pc:spChg>
        <pc:spChg chg="mod">
          <ac:chgData name="Sperazza, Steven" userId="88d11d78-7472-46bd-9ff9-de49b1f4a2a3" providerId="ADAL" clId="{E13AEB23-3EB9-495D-8AC2-99148E8982BE}" dt="2025-11-14T09:34:50.522" v="39" actId="20577"/>
          <ac:spMkLst>
            <pc:docMk/>
            <pc:sldMk cId="1615947237" sldId="256"/>
            <ac:spMk id="6" creationId="{00000000-0000-0000-0000-000000000000}"/>
          </ac:spMkLst>
        </pc:spChg>
        <pc:spChg chg="mod">
          <ac:chgData name="Sperazza, Steven" userId="88d11d78-7472-46bd-9ff9-de49b1f4a2a3" providerId="ADAL" clId="{E13AEB23-3EB9-495D-8AC2-99148E8982BE}" dt="2025-11-14T09:36:29.711" v="130" actId="14100"/>
          <ac:spMkLst>
            <pc:docMk/>
            <pc:sldMk cId="1615947237" sldId="256"/>
            <ac:spMk id="7" creationId="{00000000-0000-0000-0000-000000000000}"/>
          </ac:spMkLst>
        </pc:spChg>
        <pc:spChg chg="add mod">
          <ac:chgData name="Sperazza, Steven" userId="88d11d78-7472-46bd-9ff9-de49b1f4a2a3" providerId="ADAL" clId="{E13AEB23-3EB9-495D-8AC2-99148E8982BE}" dt="2025-11-14T09:40:40.251" v="196" actId="1076"/>
          <ac:spMkLst>
            <pc:docMk/>
            <pc:sldMk cId="1615947237" sldId="256"/>
            <ac:spMk id="12" creationId="{46C1B078-477B-FAE8-00FE-77FCFC3EE7BE}"/>
          </ac:spMkLst>
        </pc:spChg>
        <pc:grpChg chg="add mod">
          <ac:chgData name="Sperazza, Steven" userId="88d11d78-7472-46bd-9ff9-de49b1f4a2a3" providerId="ADAL" clId="{E13AEB23-3EB9-495D-8AC2-99148E8982BE}" dt="2025-11-14T09:40:40.251" v="196" actId="1076"/>
          <ac:grpSpMkLst>
            <pc:docMk/>
            <pc:sldMk cId="1615947237" sldId="256"/>
            <ac:grpSpMk id="13" creationId="{A2CC8870-6820-58A2-D474-814C82FF4A11}"/>
          </ac:grpSpMkLst>
        </pc:grpChg>
        <pc:picChg chg="add del mod">
          <ac:chgData name="Sperazza, Steven" userId="88d11d78-7472-46bd-9ff9-de49b1f4a2a3" providerId="ADAL" clId="{E13AEB23-3EB9-495D-8AC2-99148E8982BE}" dt="2025-11-14T09:38:47.943" v="145" actId="478"/>
          <ac:picMkLst>
            <pc:docMk/>
            <pc:sldMk cId="1615947237" sldId="256"/>
            <ac:picMk id="3" creationId="{215A2997-F1F1-5A47-B9C6-33E22A10093B}"/>
          </ac:picMkLst>
        </pc:picChg>
        <pc:picChg chg="add del mod">
          <ac:chgData name="Sperazza, Steven" userId="88d11d78-7472-46bd-9ff9-de49b1f4a2a3" providerId="ADAL" clId="{E13AEB23-3EB9-495D-8AC2-99148E8982BE}" dt="2025-11-14T09:37:58.088" v="137" actId="478"/>
          <ac:picMkLst>
            <pc:docMk/>
            <pc:sldMk cId="1615947237" sldId="256"/>
            <ac:picMk id="1026" creationId="{5D9BBE7B-6BC6-9780-8A07-C39FA5745370}"/>
          </ac:picMkLst>
        </pc:picChg>
        <pc:picChg chg="add mod">
          <ac:chgData name="Sperazza, Steven" userId="88d11d78-7472-46bd-9ff9-de49b1f4a2a3" providerId="ADAL" clId="{E13AEB23-3EB9-495D-8AC2-99148E8982BE}" dt="2025-11-14T09:40:40.251" v="196" actId="1076"/>
          <ac:picMkLst>
            <pc:docMk/>
            <pc:sldMk cId="1615947237" sldId="256"/>
            <ac:picMk id="1028" creationId="{B22B37C5-5E51-354A-1C5C-EBBECA679450}"/>
          </ac:picMkLst>
        </pc:picChg>
        <pc:cxnChg chg="add mod">
          <ac:chgData name="Sperazza, Steven" userId="88d11d78-7472-46bd-9ff9-de49b1f4a2a3" providerId="ADAL" clId="{E13AEB23-3EB9-495D-8AC2-99148E8982BE}" dt="2025-11-14T09:40:40.251" v="196" actId="1076"/>
          <ac:cxnSpMkLst>
            <pc:docMk/>
            <pc:sldMk cId="1615947237" sldId="256"/>
            <ac:cxnSpMk id="8" creationId="{68C4C06A-F944-DB49-0371-343F9DD0BB92}"/>
          </ac:cxnSpMkLst>
        </pc:cxnChg>
        <pc:cxnChg chg="add mod">
          <ac:chgData name="Sperazza, Steven" userId="88d11d78-7472-46bd-9ff9-de49b1f4a2a3" providerId="ADAL" clId="{E13AEB23-3EB9-495D-8AC2-99148E8982BE}" dt="2025-11-14T09:40:40.251" v="196" actId="1076"/>
          <ac:cxnSpMkLst>
            <pc:docMk/>
            <pc:sldMk cId="1615947237" sldId="256"/>
            <ac:cxnSpMk id="9" creationId="{FE19BCF4-C4E1-6905-7E2E-D1E9AC8B9C97}"/>
          </ac:cxnSpMkLst>
        </pc:cxnChg>
      </pc:sldChg>
      <pc:sldChg chg="del">
        <pc:chgData name="Sperazza, Steven" userId="88d11d78-7472-46bd-9ff9-de49b1f4a2a3" providerId="ADAL" clId="{E13AEB23-3EB9-495D-8AC2-99148E8982BE}" dt="2025-11-14T09:34:57.898" v="61" actId="47"/>
        <pc:sldMkLst>
          <pc:docMk/>
          <pc:sldMk cId="242822414" sldId="258"/>
        </pc:sldMkLst>
      </pc:sldChg>
      <pc:sldChg chg="add">
        <pc:chgData name="Sperazza, Steven" userId="88d11d78-7472-46bd-9ff9-de49b1f4a2a3" providerId="ADAL" clId="{E13AEB23-3EB9-495D-8AC2-99148E8982BE}" dt="2025-11-14T09:34:58.960" v="62"/>
        <pc:sldMkLst>
          <pc:docMk/>
          <pc:sldMk cId="277499522" sldId="258"/>
        </pc:sldMkLst>
      </pc:sldChg>
      <pc:sldChg chg="add">
        <pc:chgData name="Sperazza, Steven" userId="88d11d78-7472-46bd-9ff9-de49b1f4a2a3" providerId="ADAL" clId="{E13AEB23-3EB9-495D-8AC2-99148E8982BE}" dt="2025-11-14T09:34:59.268" v="63"/>
        <pc:sldMkLst>
          <pc:docMk/>
          <pc:sldMk cId="1248453334" sldId="259"/>
        </pc:sldMkLst>
      </pc:sldChg>
      <pc:sldChg chg="add">
        <pc:chgData name="Sperazza, Steven" userId="88d11d78-7472-46bd-9ff9-de49b1f4a2a3" providerId="ADAL" clId="{E13AEB23-3EB9-495D-8AC2-99148E8982BE}" dt="2025-11-14T09:34:59.657" v="64"/>
        <pc:sldMkLst>
          <pc:docMk/>
          <pc:sldMk cId="208586064" sldId="260"/>
        </pc:sldMkLst>
      </pc:sldChg>
      <pc:sldChg chg="add">
        <pc:chgData name="Sperazza, Steven" userId="88d11d78-7472-46bd-9ff9-de49b1f4a2a3" providerId="ADAL" clId="{E13AEB23-3EB9-495D-8AC2-99148E8982BE}" dt="2025-11-14T09:35:00.615" v="65"/>
        <pc:sldMkLst>
          <pc:docMk/>
          <pc:sldMk cId="3951904240" sldId="26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9B173D-BDE1-334A-A54B-AB7416F0886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A8520C-8460-0D42-86C9-D0794A4B3E8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B85B03-F712-974C-A1D8-1F9A468F5B60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5F3C87-CBF7-CC4C-8F0D-1EB8B063577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9DA787-5DE4-CD4A-B75E-AC89ED789C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074958-CA5E-0C46-B182-67DF590DF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69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33EF3F-35E2-3B43-BF81-CFC248C52316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C03F89-1949-E64B-AC42-D3BE5974B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65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CL Branding background">
            <a:extLst>
              <a:ext uri="{FF2B5EF4-FFF2-40B4-BE49-F238E27FC236}">
                <a16:creationId xmlns:a16="http://schemas.microsoft.com/office/drawing/2014/main" id="{EA4C8DDC-D29E-5E43-9BC2-FD84B2117884}"/>
              </a:ext>
            </a:extLst>
          </p:cNvPr>
          <p:cNvSpPr/>
          <p:nvPr userDrawn="1"/>
        </p:nvSpPr>
        <p:spPr>
          <a:xfrm>
            <a:off x="0" y="0"/>
            <a:ext cx="12192000" cy="14250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UCL Brandi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25" cy="1341123"/>
          </a:xfrm>
          <a:prstGeom prst="rect">
            <a:avLst/>
          </a:prstGeom>
        </p:spPr>
      </p:pic>
      <p:sp>
        <p:nvSpPr>
          <p:cNvPr id="13" name="Faculty, Department title">
            <a:extLst>
              <a:ext uri="{FF2B5EF4-FFF2-40B4-BE49-F238E27FC236}">
                <a16:creationId xmlns:a16="http://schemas.microsoft.com/office/drawing/2014/main" id="{7B844C1D-C9E2-A040-B3FD-0E3861E051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360000"/>
            <a:ext cx="5760000" cy="720000"/>
          </a:xfrm>
        </p:spPr>
        <p:txBody>
          <a:bodyPr/>
          <a:lstStyle>
            <a:lvl1pPr marL="11112" indent="0">
              <a:buNone/>
              <a:defRPr sz="1400" b="1" i="0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GB" dirty="0"/>
              <a:t>Faculty, Department</a:t>
            </a:r>
          </a:p>
          <a:p>
            <a:pPr lvl="0"/>
            <a:endParaRPr lang="en-GB" dirty="0"/>
          </a:p>
          <a:p>
            <a:pPr lvl="0"/>
            <a:endParaRPr lang="en-GB" dirty="0"/>
          </a:p>
        </p:txBody>
      </p:sp>
      <p:sp>
        <p:nvSpPr>
          <p:cNvPr id="9" name="Main image" descr="Image">
            <a:extLst>
              <a:ext uri="{FF2B5EF4-FFF2-40B4-BE49-F238E27FC236}">
                <a16:creationId xmlns:a16="http://schemas.microsoft.com/office/drawing/2014/main" id="{FD55159A-63D1-334F-B344-448B05BC84B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1440000"/>
            <a:ext cx="12192000" cy="5421086"/>
          </a:xfrm>
          <a:ln>
            <a:noFill/>
          </a:ln>
        </p:spPr>
        <p:txBody>
          <a:bodyPr anchor="b" anchorCtr="0"/>
          <a:lstStyle>
            <a:lvl1pPr marL="11112" indent="0" algn="ctr">
              <a:buNone/>
              <a:defRPr sz="2400"/>
            </a:lvl1pPr>
          </a:lstStyle>
          <a:p>
            <a:r>
              <a:rPr lang="en-GB" dirty="0"/>
              <a:t>Click to add picture</a:t>
            </a:r>
            <a:br>
              <a:rPr lang="en-GB" dirty="0"/>
            </a:br>
            <a:endParaRPr lang="en-GB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1" name="Main Headline" descr="Headline">
            <a:extLst>
              <a:ext uri="{FF2B5EF4-FFF2-40B4-BE49-F238E27FC236}">
                <a16:creationId xmlns:a16="http://schemas.microsoft.com/office/drawing/2014/main" id="{6D1BEB54-27B8-4348-8671-D93B41DC5E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549105"/>
            <a:ext cx="7560000" cy="2340000"/>
          </a:xfrm>
          <a:solidFill>
            <a:srgbClr val="FFFFFF"/>
          </a:solidFill>
        </p:spPr>
        <p:txBody>
          <a:bodyPr lIns="360000" tIns="180000"/>
          <a:lstStyle>
            <a:lvl1pPr>
              <a:defRPr baseline="0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Main headline,</a:t>
            </a:r>
            <a:br>
              <a:rPr lang="en-US" dirty="0"/>
            </a:br>
            <a:r>
              <a:rPr lang="en-US" dirty="0"/>
              <a:t>Arial 44pt bold</a:t>
            </a:r>
          </a:p>
        </p:txBody>
      </p:sp>
    </p:spTree>
    <p:extLst>
      <p:ext uri="{BB962C8B-B14F-4D97-AF65-F5344CB8AC3E}">
        <p14:creationId xmlns:p14="http://schemas.microsoft.com/office/powerpoint/2010/main" val="2079837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ackground">
            <a:extLst>
              <a:ext uri="{FF2B5EF4-FFF2-40B4-BE49-F238E27FC236}">
                <a16:creationId xmlns:a16="http://schemas.microsoft.com/office/drawing/2014/main" id="{7E0FC6D2-4499-5C4C-8C93-C7590708B796}"/>
              </a:ext>
            </a:extLst>
          </p:cNvPr>
          <p:cNvSpPr/>
          <p:nvPr userDrawn="1"/>
        </p:nvSpPr>
        <p:spPr>
          <a:xfrm>
            <a:off x="0" y="0"/>
            <a:ext cx="12192000" cy="14250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UCL Brandi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25" cy="1341123"/>
          </a:xfrm>
          <a:prstGeom prst="rect">
            <a:avLst/>
          </a:prstGeom>
        </p:spPr>
      </p:pic>
      <p:sp>
        <p:nvSpPr>
          <p:cNvPr id="19" name="Department name">
            <a:extLst>
              <a:ext uri="{FF2B5EF4-FFF2-40B4-BE49-F238E27FC236}">
                <a16:creationId xmlns:a16="http://schemas.microsoft.com/office/drawing/2014/main" id="{879D505D-1EAF-D546-930D-5691672765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360000"/>
            <a:ext cx="5760000" cy="720000"/>
          </a:xfrm>
        </p:spPr>
        <p:txBody>
          <a:bodyPr/>
          <a:lstStyle>
            <a:lvl1pPr marL="11112" indent="0">
              <a:buNone/>
              <a:defRPr sz="1400" b="1" i="0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GB" dirty="0"/>
              <a:t>Faculty, Department</a:t>
            </a:r>
            <a:endParaRPr lang="en-US" dirty="0"/>
          </a:p>
        </p:txBody>
      </p:sp>
      <p:sp>
        <p:nvSpPr>
          <p:cNvPr id="11" name="Picture" descr="Image">
            <a:extLst>
              <a:ext uri="{FF2B5EF4-FFF2-40B4-BE49-F238E27FC236}">
                <a16:creationId xmlns:a16="http://schemas.microsoft.com/office/drawing/2014/main" id="{D7C34FC0-F8B1-D041-9578-733D7F3C687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1440000"/>
            <a:ext cx="12192000" cy="5421086"/>
          </a:xfrm>
          <a:ln>
            <a:noFill/>
          </a:ln>
        </p:spPr>
        <p:txBody>
          <a:bodyPr anchor="b" anchorCtr="0"/>
          <a:lstStyle>
            <a:lvl1pPr marL="11112" indent="0" algn="ctr">
              <a:buNone/>
              <a:defRPr sz="2400"/>
            </a:lvl1pPr>
          </a:lstStyle>
          <a:p>
            <a:r>
              <a:rPr lang="en-GB" dirty="0"/>
              <a:t>Click to add picture</a:t>
            </a:r>
            <a:br>
              <a:rPr lang="en-GB" dirty="0"/>
            </a:br>
            <a:endParaRPr lang="en-GB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0" name="Main Headline" descr="Headline">
            <a:extLst>
              <a:ext uri="{FF2B5EF4-FFF2-40B4-BE49-F238E27FC236}">
                <a16:creationId xmlns:a16="http://schemas.microsoft.com/office/drawing/2014/main" id="{5F848594-69CD-DA4E-BB25-23F671A7C1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549105"/>
            <a:ext cx="7560000" cy="2340000"/>
          </a:xfrm>
          <a:solidFill>
            <a:srgbClr val="FFFFFF"/>
          </a:solidFill>
        </p:spPr>
        <p:txBody>
          <a:bodyPr lIns="360000" tIns="180000"/>
          <a:lstStyle>
            <a:lvl1pPr>
              <a:defRPr baseline="0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Main headline,</a:t>
            </a:r>
            <a:br>
              <a:rPr lang="en-US" dirty="0"/>
            </a:br>
            <a:r>
              <a:rPr lang="en-US" dirty="0"/>
              <a:t>Arial 44pt bold</a:t>
            </a:r>
          </a:p>
        </p:txBody>
      </p:sp>
      <p:sp>
        <p:nvSpPr>
          <p:cNvPr id="5" name="Sub Heading" descr="Sub heading">
            <a:extLst>
              <a:ext uri="{FF2B5EF4-FFF2-40B4-BE49-F238E27FC236}">
                <a16:creationId xmlns:a16="http://schemas.microsoft.com/office/drawing/2014/main" id="{D5AB2EC5-97D3-8D44-BB0B-9125E87D1F9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9999" y="3239999"/>
            <a:ext cx="6840000" cy="651777"/>
          </a:xfrm>
        </p:spPr>
        <p:txBody>
          <a:bodyPr/>
          <a:lstStyle>
            <a:lvl1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23695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Title slide 2 - single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8FD8CE85-9178-344E-BC9E-19B545ECA60C}"/>
              </a:ext>
            </a:extLst>
          </p:cNvPr>
          <p:cNvSpPr/>
          <p:nvPr userDrawn="1"/>
        </p:nvSpPr>
        <p:spPr>
          <a:xfrm>
            <a:off x="0" y="-1"/>
            <a:ext cx="12192000" cy="2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UCL Brandi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25" cy="1341123"/>
          </a:xfrm>
          <a:prstGeom prst="rect">
            <a:avLst/>
          </a:prstGeom>
        </p:spPr>
      </p:pic>
      <p:sp>
        <p:nvSpPr>
          <p:cNvPr id="19" name="Department name">
            <a:extLst>
              <a:ext uri="{FF2B5EF4-FFF2-40B4-BE49-F238E27FC236}">
                <a16:creationId xmlns:a16="http://schemas.microsoft.com/office/drawing/2014/main" id="{879D505D-1EAF-D546-930D-5691672765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360000"/>
            <a:ext cx="5760000" cy="720000"/>
          </a:xfrm>
        </p:spPr>
        <p:txBody>
          <a:bodyPr/>
          <a:lstStyle>
            <a:lvl1pPr marL="11112" indent="0">
              <a:buNone/>
              <a:defRPr sz="1400" b="1" i="0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GB" dirty="0"/>
              <a:t>Faculty, Department</a:t>
            </a:r>
            <a:endParaRPr lang="en-US" dirty="0"/>
          </a:p>
        </p:txBody>
      </p:sp>
      <p:sp>
        <p:nvSpPr>
          <p:cNvPr id="10" name="Main Headline" descr="Headline">
            <a:extLst>
              <a:ext uri="{FF2B5EF4-FFF2-40B4-BE49-F238E27FC236}">
                <a16:creationId xmlns:a16="http://schemas.microsoft.com/office/drawing/2014/main" id="{14916FEE-2CA1-274A-AB9A-27AE550ED61F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360000" y="1620000"/>
            <a:ext cx="10800690" cy="816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Main headline, Arial 44pt bold</a:t>
            </a:r>
            <a:br>
              <a:rPr lang="en-US" dirty="0"/>
            </a:br>
            <a:endParaRPr lang="en-US" altLang="en-US" dirty="0"/>
          </a:p>
        </p:txBody>
      </p:sp>
      <p:sp>
        <p:nvSpPr>
          <p:cNvPr id="11" name="Picture " descr="Image">
            <a:extLst>
              <a:ext uri="{FF2B5EF4-FFF2-40B4-BE49-F238E27FC236}">
                <a16:creationId xmlns:a16="http://schemas.microsoft.com/office/drawing/2014/main" id="{7AAB61C2-2ECC-1549-9211-9297F9B818D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2505456"/>
            <a:ext cx="12192000" cy="4352544"/>
          </a:xfrm>
          <a:ln>
            <a:noFill/>
          </a:ln>
        </p:spPr>
        <p:txBody>
          <a:bodyPr anchor="b" anchorCtr="0"/>
          <a:lstStyle>
            <a:lvl1pPr marL="11112" indent="0" algn="ctr">
              <a:buNone/>
              <a:defRPr sz="2400"/>
            </a:lvl1pPr>
          </a:lstStyle>
          <a:p>
            <a:r>
              <a:rPr lang="en-GB" dirty="0"/>
              <a:t>Click to add picture</a:t>
            </a:r>
            <a:br>
              <a:rPr lang="en-GB" dirty="0"/>
            </a:br>
            <a:endParaRPr lang="en-GB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2697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Title - Double lin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ackground">
            <a:extLst>
              <a:ext uri="{FF2B5EF4-FFF2-40B4-BE49-F238E27FC236}">
                <a16:creationId xmlns:a16="http://schemas.microsoft.com/office/drawing/2014/main" id="{271759B8-0ABB-3643-884B-0A918443C549}"/>
              </a:ext>
            </a:extLst>
          </p:cNvPr>
          <p:cNvSpPr/>
          <p:nvPr userDrawn="1"/>
        </p:nvSpPr>
        <p:spPr>
          <a:xfrm>
            <a:off x="0" y="0"/>
            <a:ext cx="12192000" cy="14250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UCL Brandi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25" cy="1341123"/>
          </a:xfrm>
          <a:prstGeom prst="rect">
            <a:avLst/>
          </a:prstGeom>
        </p:spPr>
      </p:pic>
      <p:sp>
        <p:nvSpPr>
          <p:cNvPr id="19" name="Department name">
            <a:extLst>
              <a:ext uri="{FF2B5EF4-FFF2-40B4-BE49-F238E27FC236}">
                <a16:creationId xmlns:a16="http://schemas.microsoft.com/office/drawing/2014/main" id="{879D505D-1EAF-D546-930D-5691672765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360000"/>
            <a:ext cx="5760000" cy="720000"/>
          </a:xfrm>
        </p:spPr>
        <p:txBody>
          <a:bodyPr/>
          <a:lstStyle>
            <a:lvl1pPr marL="11112" indent="0">
              <a:buNone/>
              <a:defRPr sz="1400" b="1" i="0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GB" dirty="0"/>
              <a:t>Faculty, Department</a:t>
            </a:r>
            <a:endParaRPr lang="en-US" dirty="0"/>
          </a:p>
        </p:txBody>
      </p:sp>
      <p:sp>
        <p:nvSpPr>
          <p:cNvPr id="2" name="Background">
            <a:extLst>
              <a:ext uri="{FF2B5EF4-FFF2-40B4-BE49-F238E27FC236}">
                <a16:creationId xmlns:a16="http://schemas.microsoft.com/office/drawing/2014/main" id="{8FD8CE85-9178-344E-BC9E-19B545ECA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40000"/>
            <a:ext cx="12192000" cy="1679261"/>
          </a:xfrm>
          <a:prstGeom prst="rect">
            <a:avLst/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Main Headline" descr="Headline">
            <a:extLst>
              <a:ext uri="{FF2B5EF4-FFF2-40B4-BE49-F238E27FC236}">
                <a16:creationId xmlns:a16="http://schemas.microsoft.com/office/drawing/2014/main" id="{0AFC6B55-24BD-7545-82A9-DD37164DF15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360000" y="1620000"/>
            <a:ext cx="10800690" cy="136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Main headline, Arial 44pt bold</a:t>
            </a:r>
            <a:br>
              <a:rPr lang="en-US" dirty="0"/>
            </a:br>
            <a:endParaRPr lang="en-US" altLang="en-US" dirty="0"/>
          </a:p>
        </p:txBody>
      </p:sp>
      <p:sp>
        <p:nvSpPr>
          <p:cNvPr id="10" name="Sub Heading" descr="Sub heading">
            <a:extLst>
              <a:ext uri="{FF2B5EF4-FFF2-40B4-BE49-F238E27FC236}">
                <a16:creationId xmlns:a16="http://schemas.microsoft.com/office/drawing/2014/main" id="{790EF792-5BFA-7942-944E-20B5F5BA61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9999" y="3420000"/>
            <a:ext cx="9000000" cy="1908000"/>
          </a:xfrm>
        </p:spPr>
        <p:txBody>
          <a:bodyPr/>
          <a:lstStyle>
            <a:lvl1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26255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Title  - Double line - half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ackground">
            <a:extLst>
              <a:ext uri="{FF2B5EF4-FFF2-40B4-BE49-F238E27FC236}">
                <a16:creationId xmlns:a16="http://schemas.microsoft.com/office/drawing/2014/main" id="{59606069-DCB2-E341-97E0-98600856E2E5}"/>
              </a:ext>
            </a:extLst>
          </p:cNvPr>
          <p:cNvSpPr/>
          <p:nvPr userDrawn="1"/>
        </p:nvSpPr>
        <p:spPr>
          <a:xfrm>
            <a:off x="0" y="0"/>
            <a:ext cx="12192000" cy="14250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UCL Brandi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25" cy="1341123"/>
          </a:xfrm>
          <a:prstGeom prst="rect">
            <a:avLst/>
          </a:prstGeom>
        </p:spPr>
      </p:pic>
      <p:sp>
        <p:nvSpPr>
          <p:cNvPr id="19" name="Department name">
            <a:extLst>
              <a:ext uri="{FF2B5EF4-FFF2-40B4-BE49-F238E27FC236}">
                <a16:creationId xmlns:a16="http://schemas.microsoft.com/office/drawing/2014/main" id="{879D505D-1EAF-D546-930D-5691672765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360000"/>
            <a:ext cx="5760000" cy="720000"/>
          </a:xfrm>
        </p:spPr>
        <p:txBody>
          <a:bodyPr/>
          <a:lstStyle>
            <a:lvl1pPr marL="11112" indent="0">
              <a:buNone/>
              <a:defRPr sz="1400" b="1" i="0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GB" dirty="0"/>
              <a:t>Faculty, Department</a:t>
            </a:r>
            <a:endParaRPr lang="en-US" dirty="0"/>
          </a:p>
        </p:txBody>
      </p:sp>
      <p:sp>
        <p:nvSpPr>
          <p:cNvPr id="12" name="Picture" descr="Image">
            <a:extLst>
              <a:ext uri="{FF2B5EF4-FFF2-40B4-BE49-F238E27FC236}">
                <a16:creationId xmlns:a16="http://schemas.microsoft.com/office/drawing/2014/main" id="{A724F846-9E16-0743-9A5C-ED2946248F5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1436914"/>
            <a:ext cx="12192000" cy="1682804"/>
          </a:xfrm>
          <a:ln>
            <a:noFill/>
          </a:ln>
        </p:spPr>
        <p:txBody>
          <a:bodyPr anchor="b" anchorCtr="0"/>
          <a:lstStyle>
            <a:lvl1pPr marL="11112" indent="0" algn="ctr">
              <a:buNone/>
              <a:defRPr sz="2400"/>
            </a:lvl1pPr>
          </a:lstStyle>
          <a:p>
            <a:r>
              <a:rPr lang="en-GB" dirty="0"/>
              <a:t>Click to add picture</a:t>
            </a:r>
            <a:br>
              <a:rPr lang="en-GB" dirty="0"/>
            </a:br>
            <a:endParaRPr lang="en-GB" dirty="0"/>
          </a:p>
        </p:txBody>
      </p:sp>
      <p:sp>
        <p:nvSpPr>
          <p:cNvPr id="2" name="Background">
            <a:extLst>
              <a:ext uri="{FF2B5EF4-FFF2-40B4-BE49-F238E27FC236}">
                <a16:creationId xmlns:a16="http://schemas.microsoft.com/office/drawing/2014/main" id="{8FD8CE85-9178-344E-BC9E-19B545ECA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0" y="3122579"/>
            <a:ext cx="12192000" cy="3735421"/>
          </a:xfrm>
          <a:prstGeom prst="rect">
            <a:avLst/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Main Headline" descr="Headline">
            <a:extLst>
              <a:ext uri="{FF2B5EF4-FFF2-40B4-BE49-F238E27FC236}">
                <a16:creationId xmlns:a16="http://schemas.microsoft.com/office/drawing/2014/main" id="{F393605F-7BBC-284E-8DAE-0B5B8411382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360000" y="3470479"/>
            <a:ext cx="10800690" cy="136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Main headline, Arial 44pt bold</a:t>
            </a:r>
            <a:br>
              <a:rPr lang="en-US" dirty="0"/>
            </a:br>
            <a:endParaRPr lang="en-US" altLang="en-US" dirty="0"/>
          </a:p>
        </p:txBody>
      </p:sp>
      <p:sp>
        <p:nvSpPr>
          <p:cNvPr id="10" name="Sub Heading" descr="Sub heading">
            <a:extLst>
              <a:ext uri="{FF2B5EF4-FFF2-40B4-BE49-F238E27FC236}">
                <a16:creationId xmlns:a16="http://schemas.microsoft.com/office/drawing/2014/main" id="{790EF792-5BFA-7942-944E-20B5F5BA61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9999" y="4950000"/>
            <a:ext cx="9000000" cy="1908000"/>
          </a:xfrm>
        </p:spPr>
        <p:txBody>
          <a:bodyPr/>
          <a:lstStyle>
            <a:lvl1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42271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section star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in Headline" descr="Headline">
            <a:extLst>
              <a:ext uri="{FF2B5EF4-FFF2-40B4-BE49-F238E27FC236}">
                <a16:creationId xmlns:a16="http://schemas.microsoft.com/office/drawing/2014/main" id="{F833FB40-EB53-5843-98C6-9C72F5A141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2" y="1008000"/>
            <a:ext cx="10080000" cy="2880000"/>
          </a:xfrm>
          <a:solidFill>
            <a:srgbClr val="FFFFFF"/>
          </a:solidFill>
        </p:spPr>
        <p:txBody>
          <a:bodyPr lIns="360000" tIns="180000"/>
          <a:lstStyle>
            <a:lvl1pPr>
              <a:defRPr baseline="0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Main headline, Arial 44pt bold</a:t>
            </a:r>
          </a:p>
        </p:txBody>
      </p:sp>
      <p:sp>
        <p:nvSpPr>
          <p:cNvPr id="11" name="Sub Heading" descr="Sub heading">
            <a:extLst>
              <a:ext uri="{FF2B5EF4-FFF2-40B4-BE49-F238E27FC236}">
                <a16:creationId xmlns:a16="http://schemas.microsoft.com/office/drawing/2014/main" id="{169F44E5-11A5-074E-ADAE-05ACB4110A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9228" y="2308225"/>
            <a:ext cx="8719457" cy="1447800"/>
          </a:xfrm>
        </p:spPr>
        <p:txBody>
          <a:bodyPr/>
          <a:lstStyle>
            <a:lvl1pPr marL="11112" indent="0">
              <a:buNone/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en-GB" dirty="0"/>
              <a:t>Large text size, Arial 36 point</a:t>
            </a:r>
          </a:p>
        </p:txBody>
      </p:sp>
      <p:sp>
        <p:nvSpPr>
          <p:cNvPr id="3" name="Text" descr="Main text">
            <a:extLst>
              <a:ext uri="{FF2B5EF4-FFF2-40B4-BE49-F238E27FC236}">
                <a16:creationId xmlns:a16="http://schemas.microsoft.com/office/drawing/2014/main" id="{2EF862B8-1DA8-F84D-B71C-ED32E4C1E6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4176077"/>
            <a:ext cx="5400000" cy="1483200"/>
          </a:xfrm>
        </p:spPr>
        <p:txBody>
          <a:bodyPr/>
          <a:lstStyle>
            <a:lvl1pPr marL="225425" indent="-215900">
              <a:buFont typeface="Arial" panose="020B0604020202020204" pitchFamily="34" charset="0"/>
              <a:buChar char="•"/>
              <a:tabLst/>
              <a:defRPr sz="2400"/>
            </a:lvl1pPr>
          </a:lstStyle>
          <a:p>
            <a:pPr lvl="0"/>
            <a:r>
              <a:rPr lang="en-US" sz="2400">
                <a:latin typeface="Arial" panose="020B0604020202020204" pitchFamily="34" charset="0"/>
                <a:cs typeface="Arial" panose="020B0604020202020204" pitchFamily="34" charset="0"/>
              </a:rPr>
              <a:t>Edit Master text styles</a:t>
            </a:r>
          </a:p>
        </p:txBody>
      </p:sp>
      <p:sp>
        <p:nvSpPr>
          <p:cNvPr id="10" name="Text" descr="Main text">
            <a:extLst>
              <a:ext uri="{FF2B5EF4-FFF2-40B4-BE49-F238E27FC236}">
                <a16:creationId xmlns:a16="http://schemas.microsoft.com/office/drawing/2014/main" id="{C2A66C45-730D-F54A-A6B0-8A42E75C38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40000" y="4176077"/>
            <a:ext cx="5400000" cy="1483200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 baseline="0"/>
            </a:lvl1pPr>
          </a:lstStyle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tabLst/>
              <a:defRPr/>
            </a:pP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9912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section star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in Headline" descr="Headline">
            <a:extLst>
              <a:ext uri="{FF2B5EF4-FFF2-40B4-BE49-F238E27FC236}">
                <a16:creationId xmlns:a16="http://schemas.microsoft.com/office/drawing/2014/main" id="{F833FB40-EB53-5843-98C6-9C72F5A141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2" y="1008000"/>
            <a:ext cx="10080000" cy="2880000"/>
          </a:xfrm>
          <a:solidFill>
            <a:srgbClr val="000000"/>
          </a:solidFill>
        </p:spPr>
        <p:txBody>
          <a:bodyPr lIns="360000" tIns="18000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Main headline, Arial 44pt bold</a:t>
            </a:r>
          </a:p>
        </p:txBody>
      </p:sp>
      <p:sp>
        <p:nvSpPr>
          <p:cNvPr id="4" name="Sub Heading">
            <a:extLst>
              <a:ext uri="{FF2B5EF4-FFF2-40B4-BE49-F238E27FC236}">
                <a16:creationId xmlns:a16="http://schemas.microsoft.com/office/drawing/2014/main" id="{7EFF5C86-B7E9-E24F-A032-A4DF63C9C46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9228" y="2308225"/>
            <a:ext cx="8719457" cy="1447800"/>
          </a:xfrm>
        </p:spPr>
        <p:txBody>
          <a:bodyPr/>
          <a:lstStyle>
            <a:lvl1pPr marL="11112" indent="0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" descr="Main text">
            <a:extLst>
              <a:ext uri="{FF2B5EF4-FFF2-40B4-BE49-F238E27FC236}">
                <a16:creationId xmlns:a16="http://schemas.microsoft.com/office/drawing/2014/main" id="{2EF862B8-1DA8-F84D-B71C-ED32E4C1E6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4176077"/>
            <a:ext cx="5400000" cy="1483200"/>
          </a:xfrm>
        </p:spPr>
        <p:txBody>
          <a:bodyPr/>
          <a:lstStyle>
            <a:lvl1pPr marL="11112" indent="0">
              <a:buNone/>
              <a:defRPr sz="2400"/>
            </a:lvl1pPr>
          </a:lstStyle>
          <a:p>
            <a:pPr lvl="0"/>
            <a:r>
              <a:rPr lang="en-US" sz="2400">
                <a:latin typeface="Arial" panose="020B0604020202020204" pitchFamily="34" charset="0"/>
                <a:cs typeface="Arial" panose="020B0604020202020204" pitchFamily="34" charset="0"/>
              </a:rPr>
              <a:t>Edit Master text styles</a:t>
            </a:r>
          </a:p>
        </p:txBody>
      </p:sp>
      <p:sp>
        <p:nvSpPr>
          <p:cNvPr id="10" name="Text" descr="Main text">
            <a:extLst>
              <a:ext uri="{FF2B5EF4-FFF2-40B4-BE49-F238E27FC236}">
                <a16:creationId xmlns:a16="http://schemas.microsoft.com/office/drawing/2014/main" id="{C2A66C45-730D-F54A-A6B0-8A42E75C38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40000" y="4176077"/>
            <a:ext cx="5400000" cy="1483200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aseline="0"/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41977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- section star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">
            <a:extLst>
              <a:ext uri="{FF2B5EF4-FFF2-40B4-BE49-F238E27FC236}">
                <a16:creationId xmlns:a16="http://schemas.microsoft.com/office/drawing/2014/main" id="{F9ECF375-EFC6-8846-9FEE-E3BEC7506D8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56616" y="900000"/>
            <a:ext cx="7534656" cy="5448518"/>
          </a:xfrm>
          <a:solidFill>
            <a:srgbClr val="FFFFFF"/>
          </a:solidFill>
          <a:ln>
            <a:noFill/>
          </a:ln>
        </p:spPr>
        <p:txBody>
          <a:bodyPr anchor="b" anchorCtr="0"/>
          <a:lstStyle>
            <a:lvl1pPr marL="11112" indent="0" algn="ctr">
              <a:buNone/>
              <a:defRPr sz="2400"/>
            </a:lvl1pPr>
          </a:lstStyle>
          <a:p>
            <a:r>
              <a:rPr lang="en-GB" dirty="0"/>
              <a:t>Click to add picture</a:t>
            </a:r>
            <a:br>
              <a:rPr lang="en-GB" dirty="0"/>
            </a:br>
            <a:endParaRPr lang="en-GB" dirty="0"/>
          </a:p>
        </p:txBody>
      </p:sp>
      <p:sp>
        <p:nvSpPr>
          <p:cNvPr id="6" name="Main Headline" descr="Headline">
            <a:extLst>
              <a:ext uri="{FF2B5EF4-FFF2-40B4-BE49-F238E27FC236}">
                <a16:creationId xmlns:a16="http://schemas.microsoft.com/office/drawing/2014/main" id="{F833FB40-EB53-5843-98C6-9C72F5A141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2" y="1440000"/>
            <a:ext cx="6480000" cy="2880000"/>
          </a:xfrm>
          <a:solidFill>
            <a:schemeClr val="bg1"/>
          </a:solidFill>
        </p:spPr>
        <p:txBody>
          <a:bodyPr lIns="360000" tIns="180000"/>
          <a:lstStyle>
            <a:lvl1pPr>
              <a:defRPr baseline="0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Main headline, </a:t>
            </a:r>
            <a:br>
              <a:rPr lang="en-US" dirty="0"/>
            </a:br>
            <a:r>
              <a:rPr lang="en-US" dirty="0"/>
              <a:t>Arial 44pt bold</a:t>
            </a:r>
          </a:p>
        </p:txBody>
      </p:sp>
      <p:sp>
        <p:nvSpPr>
          <p:cNvPr id="8" name="Picture " descr="Image">
            <a:extLst>
              <a:ext uri="{FF2B5EF4-FFF2-40B4-BE49-F238E27FC236}">
                <a16:creationId xmlns:a16="http://schemas.microsoft.com/office/drawing/2014/main" id="{9390C092-D95C-EF41-9B4C-B77F203C0B0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266715" y="900000"/>
            <a:ext cx="3536848" cy="2906486"/>
          </a:xfrm>
          <a:solidFill>
            <a:srgbClr val="FFFFFF"/>
          </a:solidFill>
          <a:ln>
            <a:noFill/>
          </a:ln>
        </p:spPr>
        <p:txBody>
          <a:bodyPr anchor="b" anchorCtr="0"/>
          <a:lstStyle>
            <a:lvl1pPr marL="11112" indent="0" algn="ctr">
              <a:buNone/>
              <a:defRPr sz="2400"/>
            </a:lvl1pPr>
          </a:lstStyle>
          <a:p>
            <a:r>
              <a:rPr lang="en-GB" dirty="0"/>
              <a:t>Click to add picture</a:t>
            </a:r>
            <a:br>
              <a:rPr lang="en-GB" dirty="0"/>
            </a:br>
            <a:endParaRPr lang="en-GB" dirty="0"/>
          </a:p>
        </p:txBody>
      </p:sp>
      <p:sp>
        <p:nvSpPr>
          <p:cNvPr id="9" name="Text" descr="Text">
            <a:extLst>
              <a:ext uri="{FF2B5EF4-FFF2-40B4-BE49-F238E27FC236}">
                <a16:creationId xmlns:a16="http://schemas.microsoft.com/office/drawing/2014/main" id="{B97104E0-DC3E-EB49-A0B8-75D9C6ED8ED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62900" y="4164600"/>
            <a:ext cx="3542400" cy="2287000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/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27144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single text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Headline" descr="Headline">
            <a:extLst>
              <a:ext uri="{FF2B5EF4-FFF2-40B4-BE49-F238E27FC236}">
                <a16:creationId xmlns:a16="http://schemas.microsoft.com/office/drawing/2014/main" id="{D136E2B9-C028-5142-BBB3-807BD19349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899999"/>
            <a:ext cx="8999900" cy="1368000"/>
          </a:xfrm>
        </p:spPr>
        <p:txBody>
          <a:bodyPr/>
          <a:lstStyle/>
          <a:p>
            <a:r>
              <a:rPr lang="en-US" dirty="0"/>
              <a:t>Main headline, Arial 44pt bold</a:t>
            </a:r>
          </a:p>
        </p:txBody>
      </p:sp>
      <p:sp>
        <p:nvSpPr>
          <p:cNvPr id="12" name="Text" descr="Text">
            <a:extLst>
              <a:ext uri="{FF2B5EF4-FFF2-40B4-BE49-F238E27FC236}">
                <a16:creationId xmlns:a16="http://schemas.microsoft.com/office/drawing/2014/main" id="{52E39625-6121-A140-A00B-27BF9DA232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2412000"/>
            <a:ext cx="10439064" cy="3600000"/>
          </a:xfrm>
        </p:spPr>
        <p:txBody>
          <a:bodyPr/>
          <a:lstStyle>
            <a:lvl1pPr marL="225425" marR="0" indent="-225425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400"/>
            </a:lvl1pPr>
            <a:lvl2pPr marL="222250" indent="-222250">
              <a:buFont typeface="Arial" panose="020B0604020202020204" pitchFamily="34" charset="0"/>
              <a:buChar char="•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EAF8-165C-2D4A-9B32-495E40A07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11/14/2025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BBB3CA-848C-EF44-BEE5-EB67145F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B6E47-510B-8542-8D2A-81F475B8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9862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Headline" descr="Headline">
            <a:extLst>
              <a:ext uri="{FF2B5EF4-FFF2-40B4-BE49-F238E27FC236}">
                <a16:creationId xmlns:a16="http://schemas.microsoft.com/office/drawing/2014/main" id="{D136E2B9-C028-5142-BBB3-807BD19349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899999"/>
            <a:ext cx="8999900" cy="1368000"/>
          </a:xfrm>
        </p:spPr>
        <p:txBody>
          <a:bodyPr/>
          <a:lstStyle/>
          <a:p>
            <a:r>
              <a:rPr lang="en-US" dirty="0"/>
              <a:t>Main headline, Arial 44pt bold</a:t>
            </a:r>
          </a:p>
        </p:txBody>
      </p:sp>
      <p:sp>
        <p:nvSpPr>
          <p:cNvPr id="7" name="Text" descr="Text">
            <a:extLst>
              <a:ext uri="{FF2B5EF4-FFF2-40B4-BE49-F238E27FC236}">
                <a16:creationId xmlns:a16="http://schemas.microsoft.com/office/drawing/2014/main" id="{2D2A157B-B06B-5E44-8987-B8F38A7435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2412000"/>
            <a:ext cx="5399088" cy="3600000"/>
          </a:xfrm>
        </p:spPr>
        <p:txBody>
          <a:bodyPr/>
          <a:lstStyle>
            <a:lvl1pPr marL="225425" marR="0" indent="-225425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400"/>
            </a:lvl1pPr>
            <a:lvl2pPr marL="222250" indent="-222250">
              <a:buFont typeface="Arial" panose="020B0604020202020204" pitchFamily="34" charset="0"/>
              <a:buChar char="•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" descr="Text">
            <a:extLst>
              <a:ext uri="{FF2B5EF4-FFF2-40B4-BE49-F238E27FC236}">
                <a16:creationId xmlns:a16="http://schemas.microsoft.com/office/drawing/2014/main" id="{35F69D9D-B78C-6D4D-8B1E-AB31E336A54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940000" y="2412000"/>
            <a:ext cx="5399088" cy="3600000"/>
          </a:xfrm>
        </p:spPr>
        <p:txBody>
          <a:bodyPr/>
          <a:lstStyle>
            <a:lvl1pPr marL="225425" marR="0" indent="-225425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400"/>
            </a:lvl1pPr>
            <a:lvl2pPr marL="222250" indent="-222250">
              <a:buFont typeface="Arial" panose="020B0604020202020204" pitchFamily="34" charset="0"/>
              <a:buChar char="•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EAF8-165C-2D4A-9B32-495E40A07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11/14/2025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BBB3CA-848C-EF44-BEE5-EB67145F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B6E47-510B-8542-8D2A-81F475B8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627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CL 3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Headline" descr="Headline">
            <a:extLst>
              <a:ext uri="{FF2B5EF4-FFF2-40B4-BE49-F238E27FC236}">
                <a16:creationId xmlns:a16="http://schemas.microsoft.com/office/drawing/2014/main" id="{D136E2B9-C028-5142-BBB3-807BD19349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899999"/>
            <a:ext cx="8999900" cy="1368000"/>
          </a:xfrm>
        </p:spPr>
        <p:txBody>
          <a:bodyPr/>
          <a:lstStyle/>
          <a:p>
            <a:r>
              <a:rPr lang="en-US" dirty="0"/>
              <a:t>Main headline, Arial 44pt bold</a:t>
            </a:r>
          </a:p>
        </p:txBody>
      </p:sp>
      <p:sp>
        <p:nvSpPr>
          <p:cNvPr id="8" name="Text" descr="Text">
            <a:extLst>
              <a:ext uri="{FF2B5EF4-FFF2-40B4-BE49-F238E27FC236}">
                <a16:creationId xmlns:a16="http://schemas.microsoft.com/office/drawing/2014/main" id="{83D66963-CB2B-4B4F-BCF3-CFD7FD192F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2412000"/>
            <a:ext cx="3420000" cy="3600000"/>
          </a:xfrm>
        </p:spPr>
        <p:txBody>
          <a:bodyPr/>
          <a:lstStyle>
            <a:lvl1pPr marL="11112" indent="0">
              <a:buNone/>
              <a:defRPr sz="1800"/>
            </a:lvl1pPr>
            <a:lvl3pPr marL="180975" indent="-171450">
              <a:buFont typeface="Arial" panose="020B0604020202020204" pitchFamily="34" charset="0"/>
              <a:buChar char="•"/>
              <a:tabLst/>
              <a:defRPr/>
            </a:lvl3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" descr="Text">
            <a:extLst>
              <a:ext uri="{FF2B5EF4-FFF2-40B4-BE49-F238E27FC236}">
                <a16:creationId xmlns:a16="http://schemas.microsoft.com/office/drawing/2014/main" id="{F7085F07-56B0-4443-841E-8375628232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20000" y="2412000"/>
            <a:ext cx="3420000" cy="3600000"/>
          </a:xfrm>
        </p:spPr>
        <p:txBody>
          <a:bodyPr/>
          <a:lstStyle>
            <a:lvl1pPr marL="11112" indent="0">
              <a:buNone/>
              <a:defRPr sz="1800"/>
            </a:lvl1pPr>
            <a:lvl3pPr marL="180975" indent="-169863">
              <a:tabLst/>
              <a:defRPr/>
            </a:lvl3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" descr="Text">
            <a:extLst>
              <a:ext uri="{FF2B5EF4-FFF2-40B4-BE49-F238E27FC236}">
                <a16:creationId xmlns:a16="http://schemas.microsoft.com/office/drawing/2014/main" id="{BB07EA65-C349-F04B-BF09-CC2483489C5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80000" y="2412000"/>
            <a:ext cx="3420000" cy="3600000"/>
          </a:xfrm>
        </p:spPr>
        <p:txBody>
          <a:bodyPr/>
          <a:lstStyle>
            <a:lvl1pPr marL="11112" indent="0">
              <a:buNone/>
              <a:defRPr sz="1800"/>
            </a:lvl1pPr>
            <a:lvl3pPr marL="180975" indent="-169863">
              <a:tabLst/>
              <a:defRPr/>
            </a:lvl3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EAF8-165C-2D4A-9B32-495E40A07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11/14/2025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BBB3CA-848C-EF44-BEE5-EB67145F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B6E47-510B-8542-8D2A-81F475B8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97744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4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Headline" descr="Headline">
            <a:extLst>
              <a:ext uri="{FF2B5EF4-FFF2-40B4-BE49-F238E27FC236}">
                <a16:creationId xmlns:a16="http://schemas.microsoft.com/office/drawing/2014/main" id="{D136E2B9-C028-5142-BBB3-807BD19349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899999"/>
            <a:ext cx="8999900" cy="1368000"/>
          </a:xfrm>
        </p:spPr>
        <p:txBody>
          <a:bodyPr/>
          <a:lstStyle/>
          <a:p>
            <a:r>
              <a:rPr lang="en-US" dirty="0"/>
              <a:t>Main headline, Arial 44pt bold</a:t>
            </a:r>
          </a:p>
        </p:txBody>
      </p:sp>
      <p:sp>
        <p:nvSpPr>
          <p:cNvPr id="15" name="Text" descr="Text">
            <a:extLst>
              <a:ext uri="{FF2B5EF4-FFF2-40B4-BE49-F238E27FC236}">
                <a16:creationId xmlns:a16="http://schemas.microsoft.com/office/drawing/2014/main" id="{23293D9A-92DE-2745-A551-12503D5B3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2412000"/>
            <a:ext cx="2610000" cy="3764200"/>
          </a:xfrm>
          <a:noFill/>
        </p:spPr>
        <p:txBody>
          <a:bodyPr lIns="0" tIns="0" rIns="0" bIns="0"/>
          <a:lstStyle>
            <a:lvl1pPr>
              <a:defRPr sz="1800"/>
            </a:lvl1pPr>
            <a:lvl2pPr>
              <a:buFontTx/>
              <a:buNone/>
              <a:defRPr/>
            </a:lvl2pPr>
            <a:lvl3pPr marL="180975" indent="-169863">
              <a:tabLst/>
              <a:defRPr/>
            </a:lvl3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" descr="Text">
            <a:extLst>
              <a:ext uri="{FF2B5EF4-FFF2-40B4-BE49-F238E27FC236}">
                <a16:creationId xmlns:a16="http://schemas.microsoft.com/office/drawing/2014/main" id="{F11753E1-8533-844D-B406-655C6C9330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7688" y="2412000"/>
            <a:ext cx="2610000" cy="3764200"/>
          </a:xfrm>
          <a:noFill/>
        </p:spPr>
        <p:txBody>
          <a:bodyPr lIns="0" tIns="0" rIns="0" bIns="0"/>
          <a:lstStyle>
            <a:lvl1pPr>
              <a:defRPr sz="1800"/>
            </a:lvl1pPr>
            <a:lvl2pPr>
              <a:buFontTx/>
              <a:buNone/>
              <a:defRPr/>
            </a:lvl2pPr>
            <a:lvl3pPr marL="180975" indent="-169863">
              <a:tabLst/>
              <a:defRPr/>
            </a:lvl3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" descr="Text">
            <a:extLst>
              <a:ext uri="{FF2B5EF4-FFF2-40B4-BE49-F238E27FC236}">
                <a16:creationId xmlns:a16="http://schemas.microsoft.com/office/drawing/2014/main" id="{562D057E-84DA-844C-8F30-A88C629E1D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68008" y="2412000"/>
            <a:ext cx="2610000" cy="3764200"/>
          </a:xfrm>
          <a:noFill/>
        </p:spPr>
        <p:txBody>
          <a:bodyPr lIns="0" tIns="0" rIns="0" bIns="0"/>
          <a:lstStyle>
            <a:lvl1pPr>
              <a:defRPr sz="1800"/>
            </a:lvl1pPr>
            <a:lvl2pPr>
              <a:buFontTx/>
              <a:buNone/>
              <a:defRPr/>
            </a:lvl2pPr>
            <a:lvl3pPr marL="180975" indent="-169863">
              <a:tabLst/>
              <a:defRPr/>
            </a:lvl3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" descr="Text">
            <a:extLst>
              <a:ext uri="{FF2B5EF4-FFF2-40B4-BE49-F238E27FC236}">
                <a16:creationId xmlns:a16="http://schemas.microsoft.com/office/drawing/2014/main" id="{3FA6CE8B-790A-C44A-B1D0-DA5AC754A4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048328" y="2412000"/>
            <a:ext cx="2610000" cy="3764200"/>
          </a:xfrm>
          <a:noFill/>
        </p:spPr>
        <p:txBody>
          <a:bodyPr lIns="0" tIns="0" rIns="0" bIns="0"/>
          <a:lstStyle>
            <a:lvl1pPr>
              <a:defRPr sz="1800"/>
            </a:lvl1pPr>
            <a:lvl2pPr>
              <a:buFontTx/>
              <a:buNone/>
              <a:defRPr/>
            </a:lvl2pPr>
            <a:lvl3pPr marL="180975" indent="-169863">
              <a:tabLst/>
              <a:defRPr/>
            </a:lvl3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EAF8-165C-2D4A-9B32-495E40A07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11/14/2025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BBB3CA-848C-EF44-BEE5-EB67145F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B6E47-510B-8542-8D2A-81F475B8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334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4 column colour pan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in Headline" descr="Headline">
            <a:extLst>
              <a:ext uri="{FF2B5EF4-FFF2-40B4-BE49-F238E27FC236}">
                <a16:creationId xmlns:a16="http://schemas.microsoft.com/office/drawing/2014/main" id="{5CB62203-BCF9-3241-9684-0F4402446F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922302"/>
            <a:ext cx="2610000" cy="5220000"/>
          </a:xfrm>
          <a:solidFill>
            <a:schemeClr val="bg2"/>
          </a:solidFill>
        </p:spPr>
        <p:txBody>
          <a:bodyPr lIns="180000" tIns="180000" rIns="180000" bIns="180000"/>
          <a:lstStyle>
            <a:lvl1pPr marL="11112" indent="0">
              <a:buNone/>
              <a:defRPr/>
            </a:lvl1pPr>
            <a:lvl2pPr>
              <a:buFontTx/>
              <a:buNone/>
              <a:defRPr/>
            </a:lvl2pPr>
          </a:lstStyle>
          <a:p>
            <a:pPr lvl="0"/>
            <a:r>
              <a:rPr lang="en-US" sz="3600">
                <a:latin typeface="Arial" panose="020B0604020202020204" pitchFamily="34" charset="0"/>
                <a:cs typeface="Arial" panose="020B0604020202020204" pitchFamily="34" charset="0"/>
              </a:rPr>
              <a:t>Edit Master text styles</a:t>
            </a:r>
          </a:p>
        </p:txBody>
      </p:sp>
      <p:sp>
        <p:nvSpPr>
          <p:cNvPr id="8" name="background">
            <a:extLst>
              <a:ext uri="{FF2B5EF4-FFF2-40B4-BE49-F238E27FC236}">
                <a16:creationId xmlns:a16="http://schemas.microsoft.com/office/drawing/2014/main" id="{E0051C4D-5840-9846-A6CC-052B1F915D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86800" y="900000"/>
            <a:ext cx="2610000" cy="5220000"/>
          </a:xfrm>
          <a:solidFill>
            <a:schemeClr val="bg2"/>
          </a:solidFill>
        </p:spPr>
        <p:txBody>
          <a:bodyPr lIns="180000" tIns="180000" rIns="180000" bIns="180000"/>
          <a:lstStyle>
            <a:lvl1pPr marL="11112" indent="0">
              <a:buNone/>
              <a:defRPr/>
            </a:lvl1pPr>
            <a:lvl2pPr>
              <a:buFontTx/>
              <a:buNone/>
              <a:defRPr/>
            </a:lvl2pPr>
          </a:lstStyle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19" name="Picture" descr="Image">
            <a:extLst>
              <a:ext uri="{FF2B5EF4-FFF2-40B4-BE49-F238E27FC236}">
                <a16:creationId xmlns:a16="http://schemas.microsoft.com/office/drawing/2014/main" id="{7D295661-D9DD-8D43-9041-6814DE8FF6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05624" y="1290917"/>
            <a:ext cx="1328200" cy="1557617"/>
          </a:xfrm>
          <a:prstGeom prst="rect">
            <a:avLst/>
          </a:prstGeom>
        </p:spPr>
      </p:pic>
      <p:sp>
        <p:nvSpPr>
          <p:cNvPr id="13" name="Text" descr="Text">
            <a:extLst>
              <a:ext uri="{FF2B5EF4-FFF2-40B4-BE49-F238E27FC236}">
                <a16:creationId xmlns:a16="http://schemas.microsoft.com/office/drawing/2014/main" id="{73CED3B5-33C7-894B-9D58-FC396998F4D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03712" y="3073400"/>
            <a:ext cx="2222500" cy="3022600"/>
          </a:xfrm>
        </p:spPr>
        <p:txBody>
          <a:bodyPr/>
          <a:lstStyle>
            <a:lvl1pPr>
              <a:defRPr sz="1800"/>
            </a:lvl1pPr>
            <a:lvl2pPr algn="l">
              <a:defRPr sz="1800"/>
            </a:lvl2pPr>
            <a:lvl3pPr marL="180975" indent="-169863">
              <a:tabLst/>
              <a:defRPr/>
            </a:lvl3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background">
            <a:extLst>
              <a:ext uri="{FF2B5EF4-FFF2-40B4-BE49-F238E27FC236}">
                <a16:creationId xmlns:a16="http://schemas.microsoft.com/office/drawing/2014/main" id="{E69AB749-3152-6149-94E2-0485941817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38800" y="900000"/>
            <a:ext cx="2610000" cy="5220000"/>
          </a:xfrm>
          <a:solidFill>
            <a:schemeClr val="bg2"/>
          </a:solidFill>
        </p:spPr>
        <p:txBody>
          <a:bodyPr lIns="180000" tIns="180000" rIns="180000" bIns="180000"/>
          <a:lstStyle>
            <a:lvl1pPr marL="11112" indent="0">
              <a:buNone/>
              <a:defRPr/>
            </a:lvl1pPr>
            <a:lvl2pPr>
              <a:buFontTx/>
              <a:buNone/>
              <a:defRPr/>
            </a:lvl2pPr>
          </a:lstStyle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21" name="Picture" descr="Image">
            <a:extLst>
              <a:ext uri="{FF2B5EF4-FFF2-40B4-BE49-F238E27FC236}">
                <a16:creationId xmlns:a16="http://schemas.microsoft.com/office/drawing/2014/main" id="{34669171-BF23-B54C-8D3F-B1C89E122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60096" y="1292400"/>
            <a:ext cx="1328200" cy="1557617"/>
          </a:xfrm>
          <a:prstGeom prst="rect">
            <a:avLst/>
          </a:prstGeom>
        </p:spPr>
      </p:pic>
      <p:sp>
        <p:nvSpPr>
          <p:cNvPr id="14" name="Text" descr="Text">
            <a:extLst>
              <a:ext uri="{FF2B5EF4-FFF2-40B4-BE49-F238E27FC236}">
                <a16:creationId xmlns:a16="http://schemas.microsoft.com/office/drawing/2014/main" id="{87F3A240-3369-0145-B540-5A60FA0848E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40" y="3073400"/>
            <a:ext cx="2222500" cy="3022600"/>
          </a:xfrm>
        </p:spPr>
        <p:txBody>
          <a:bodyPr/>
          <a:lstStyle>
            <a:lvl1pPr>
              <a:defRPr sz="1800"/>
            </a:lvl1pPr>
            <a:lvl2pPr algn="l">
              <a:defRPr sz="1800"/>
            </a:lvl2pPr>
            <a:lvl3pPr marL="180975" indent="-169863">
              <a:tabLst/>
              <a:defRPr/>
            </a:lvl3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background">
            <a:extLst>
              <a:ext uri="{FF2B5EF4-FFF2-40B4-BE49-F238E27FC236}">
                <a16:creationId xmlns:a16="http://schemas.microsoft.com/office/drawing/2014/main" id="{F708712F-D0E9-B94A-A9B7-F258F0F10A7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90800" y="900000"/>
            <a:ext cx="2610000" cy="5220000"/>
          </a:xfrm>
          <a:solidFill>
            <a:schemeClr val="bg2"/>
          </a:solidFill>
        </p:spPr>
        <p:txBody>
          <a:bodyPr lIns="180000" tIns="180000" rIns="180000" bIns="180000"/>
          <a:lstStyle>
            <a:lvl1pPr marL="11112" indent="0">
              <a:buNone/>
              <a:defRPr/>
            </a:lvl1pPr>
            <a:lvl2pPr>
              <a:buFontTx/>
              <a:buNone/>
              <a:defRPr/>
            </a:lvl2pPr>
          </a:lstStyle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pic>
        <p:nvPicPr>
          <p:cNvPr id="22" name="Picture" descr="Image">
            <a:extLst>
              <a:ext uri="{FF2B5EF4-FFF2-40B4-BE49-F238E27FC236}">
                <a16:creationId xmlns:a16="http://schemas.microsoft.com/office/drawing/2014/main" id="{8073F21E-F4EF-B246-B7E8-4FA799EC37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0416" y="1290917"/>
            <a:ext cx="1328200" cy="1557617"/>
          </a:xfrm>
          <a:prstGeom prst="rect">
            <a:avLst/>
          </a:prstGeom>
        </p:spPr>
      </p:pic>
      <p:sp>
        <p:nvSpPr>
          <p:cNvPr id="16" name="Text" descr="Text">
            <a:extLst>
              <a:ext uri="{FF2B5EF4-FFF2-40B4-BE49-F238E27FC236}">
                <a16:creationId xmlns:a16="http://schemas.microsoft.com/office/drawing/2014/main" id="{5387EEB0-9F43-E241-9EDB-010FB36582B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408368" y="3068960"/>
            <a:ext cx="2222500" cy="3022600"/>
          </a:xfrm>
        </p:spPr>
        <p:txBody>
          <a:bodyPr/>
          <a:lstStyle>
            <a:lvl1pPr>
              <a:defRPr sz="1800"/>
            </a:lvl1pPr>
            <a:lvl2pPr algn="l">
              <a:defRPr sz="1800"/>
            </a:lvl2pPr>
            <a:lvl3pPr marL="180975" indent="-169863">
              <a:tabLst/>
              <a:defRPr/>
            </a:lvl3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373E51-46F8-B446-A241-A5395388A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11/14/2025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BCFD4B-BF38-E841-868E-C9F3BBC72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688DCC-68B7-D349-B50E-BEE3CC1D8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68361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two colum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Headline" descr="Headline">
            <a:extLst>
              <a:ext uri="{FF2B5EF4-FFF2-40B4-BE49-F238E27FC236}">
                <a16:creationId xmlns:a16="http://schemas.microsoft.com/office/drawing/2014/main" id="{D136E2B9-C028-5142-BBB3-807BD19349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899999"/>
            <a:ext cx="5400000" cy="2325802"/>
          </a:xfrm>
        </p:spPr>
        <p:txBody>
          <a:bodyPr/>
          <a:lstStyle>
            <a:lvl1pPr>
              <a:defRPr sz="3600" b="0"/>
            </a:lvl1pPr>
          </a:lstStyle>
          <a:p>
            <a:pPr lvl="0"/>
            <a:r>
              <a:rPr lang="en-GB" dirty="0"/>
              <a:t>Heading</a:t>
            </a:r>
          </a:p>
        </p:txBody>
      </p:sp>
      <p:sp>
        <p:nvSpPr>
          <p:cNvPr id="11" name="Text" descr="Text">
            <a:extLst>
              <a:ext uri="{FF2B5EF4-FFF2-40B4-BE49-F238E27FC236}">
                <a16:creationId xmlns:a16="http://schemas.microsoft.com/office/drawing/2014/main" id="{96CC15FA-5D3D-604E-8882-80A2838906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3618500"/>
            <a:ext cx="5399088" cy="2617200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Picture" descr="Image">
            <a:extLst>
              <a:ext uri="{FF2B5EF4-FFF2-40B4-BE49-F238E27FC236}">
                <a16:creationId xmlns:a16="http://schemas.microsoft.com/office/drawing/2014/main" id="{C443FA27-F0DB-1840-998D-206100BED38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940000" y="900000"/>
            <a:ext cx="5400000" cy="5344683"/>
          </a:xfrm>
          <a:solidFill>
            <a:srgbClr val="FFFFFF"/>
          </a:solidFill>
          <a:ln>
            <a:noFill/>
          </a:ln>
        </p:spPr>
        <p:txBody>
          <a:bodyPr anchor="b" anchorCtr="0"/>
          <a:lstStyle>
            <a:lvl1pPr marL="11112" indent="0" algn="ctr">
              <a:buNone/>
              <a:defRPr sz="2400"/>
            </a:lvl1pPr>
          </a:lstStyle>
          <a:p>
            <a:r>
              <a:rPr lang="en-GB" dirty="0"/>
              <a:t>Click to add picture</a:t>
            </a:r>
            <a:br>
              <a:rPr lang="en-GB" dirty="0"/>
            </a:b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EAF8-165C-2D4A-9B32-495E40A07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11/14/2025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BBB3CA-848C-EF44-BEE5-EB67145F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B6E47-510B-8542-8D2A-81F475B8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22159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three colum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" descr="Image">
            <a:extLst>
              <a:ext uri="{FF2B5EF4-FFF2-40B4-BE49-F238E27FC236}">
                <a16:creationId xmlns:a16="http://schemas.microsoft.com/office/drawing/2014/main" id="{935F83AB-29A1-EF49-B6EC-5214A87545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60000" y="900000"/>
            <a:ext cx="3420000" cy="2880000"/>
          </a:xfrm>
          <a:solidFill>
            <a:srgbClr val="FFFFFF"/>
          </a:solidFill>
          <a:ln>
            <a:noFill/>
          </a:ln>
        </p:spPr>
        <p:txBody>
          <a:bodyPr anchor="b" anchorCtr="0"/>
          <a:lstStyle>
            <a:lvl1pPr marL="11112" indent="0" algn="ctr">
              <a:buNone/>
              <a:defRPr sz="2400"/>
            </a:lvl1pPr>
          </a:lstStyle>
          <a:p>
            <a:r>
              <a:rPr lang="en-GB" dirty="0"/>
              <a:t>Click to add picture</a:t>
            </a:r>
            <a:br>
              <a:rPr lang="en-GB" dirty="0"/>
            </a:br>
            <a:endParaRPr lang="en-GB" dirty="0"/>
          </a:p>
        </p:txBody>
      </p:sp>
      <p:sp>
        <p:nvSpPr>
          <p:cNvPr id="8" name="Text" descr="Text">
            <a:extLst>
              <a:ext uri="{FF2B5EF4-FFF2-40B4-BE49-F238E27FC236}">
                <a16:creationId xmlns:a16="http://schemas.microsoft.com/office/drawing/2014/main" id="{83D66963-CB2B-4B4F-BCF3-CFD7FD192F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4017600"/>
            <a:ext cx="3420000" cy="2304000"/>
          </a:xfrm>
        </p:spPr>
        <p:txBody>
          <a:bodyPr/>
          <a:lstStyle>
            <a:lvl1pPr marL="180975" indent="-169863">
              <a:tabLst/>
              <a:defRPr sz="18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icture" descr="Image">
            <a:extLst>
              <a:ext uri="{FF2B5EF4-FFF2-40B4-BE49-F238E27FC236}">
                <a16:creationId xmlns:a16="http://schemas.microsoft.com/office/drawing/2014/main" id="{E95E3DE4-2C02-DF4D-871A-130A912A3EB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95800" y="900000"/>
            <a:ext cx="3420000" cy="2880000"/>
          </a:xfrm>
          <a:solidFill>
            <a:srgbClr val="FFFFFF"/>
          </a:solidFill>
          <a:ln>
            <a:noFill/>
          </a:ln>
        </p:spPr>
        <p:txBody>
          <a:bodyPr anchor="b" anchorCtr="0"/>
          <a:lstStyle>
            <a:lvl1pPr marL="11112" indent="0" algn="ctr">
              <a:buNone/>
              <a:defRPr sz="2400"/>
            </a:lvl1pPr>
          </a:lstStyle>
          <a:p>
            <a:r>
              <a:rPr lang="en-GB" dirty="0"/>
              <a:t>Click to add picture</a:t>
            </a:r>
            <a:br>
              <a:rPr lang="en-GB" dirty="0"/>
            </a:br>
            <a:endParaRPr lang="en-GB" dirty="0"/>
          </a:p>
        </p:txBody>
      </p:sp>
      <p:sp>
        <p:nvSpPr>
          <p:cNvPr id="10" name="Text" descr="Text">
            <a:extLst>
              <a:ext uri="{FF2B5EF4-FFF2-40B4-BE49-F238E27FC236}">
                <a16:creationId xmlns:a16="http://schemas.microsoft.com/office/drawing/2014/main" id="{F7085F07-56B0-4443-841E-8375628232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20000" y="4017600"/>
            <a:ext cx="3420000" cy="2304000"/>
          </a:xfrm>
        </p:spPr>
        <p:txBody>
          <a:bodyPr/>
          <a:lstStyle>
            <a:lvl1pPr marL="180975" indent="-169863">
              <a:tabLst/>
              <a:defRPr sz="18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Picture" descr="Image">
            <a:extLst>
              <a:ext uri="{FF2B5EF4-FFF2-40B4-BE49-F238E27FC236}">
                <a16:creationId xmlns:a16="http://schemas.microsoft.com/office/drawing/2014/main" id="{08A0AD7D-724B-E44B-89BE-D93B46E6BC8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256240" y="900000"/>
            <a:ext cx="3420000" cy="2880000"/>
          </a:xfrm>
          <a:solidFill>
            <a:srgbClr val="FFFFFF"/>
          </a:solidFill>
          <a:ln>
            <a:noFill/>
          </a:ln>
        </p:spPr>
        <p:txBody>
          <a:bodyPr anchor="b" anchorCtr="0"/>
          <a:lstStyle>
            <a:lvl1pPr marL="11112" indent="0" algn="ctr">
              <a:buNone/>
              <a:defRPr sz="2400"/>
            </a:lvl1pPr>
          </a:lstStyle>
          <a:p>
            <a:r>
              <a:rPr lang="en-GB" dirty="0"/>
              <a:t>Click to add picture</a:t>
            </a:r>
            <a:br>
              <a:rPr lang="en-GB" dirty="0"/>
            </a:br>
            <a:endParaRPr lang="en-GB" dirty="0"/>
          </a:p>
        </p:txBody>
      </p:sp>
      <p:sp>
        <p:nvSpPr>
          <p:cNvPr id="11" name="Text" descr="Text">
            <a:extLst>
              <a:ext uri="{FF2B5EF4-FFF2-40B4-BE49-F238E27FC236}">
                <a16:creationId xmlns:a16="http://schemas.microsoft.com/office/drawing/2014/main" id="{BB07EA65-C349-F04B-BF09-CC2483489C5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80218" y="4017600"/>
            <a:ext cx="3420000" cy="2304000"/>
          </a:xfrm>
        </p:spPr>
        <p:txBody>
          <a:bodyPr/>
          <a:lstStyle>
            <a:lvl1pPr marL="180975" indent="-169863">
              <a:tabLst/>
              <a:defRPr sz="18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EAF8-165C-2D4A-9B32-495E40A07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11/14/2025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BBB3CA-848C-EF44-BEE5-EB67145F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B6E47-510B-8542-8D2A-81F475B8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08585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CL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Headline" descr="Headline">
            <a:extLst>
              <a:ext uri="{FF2B5EF4-FFF2-40B4-BE49-F238E27FC236}">
                <a16:creationId xmlns:a16="http://schemas.microsoft.com/office/drawing/2014/main" id="{D136E2B9-C028-5142-BBB3-807BD19349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899999"/>
            <a:ext cx="8999900" cy="1368000"/>
          </a:xfrm>
        </p:spPr>
        <p:txBody>
          <a:bodyPr/>
          <a:lstStyle/>
          <a:p>
            <a:r>
              <a:rPr lang="en-US" dirty="0"/>
              <a:t>Main headline, Arial 44pt bold</a:t>
            </a:r>
          </a:p>
        </p:txBody>
      </p:sp>
      <p:sp>
        <p:nvSpPr>
          <p:cNvPr id="11" name="Table" descr="Text / Table">
            <a:extLst>
              <a:ext uri="{FF2B5EF4-FFF2-40B4-BE49-F238E27FC236}">
                <a16:creationId xmlns:a16="http://schemas.microsoft.com/office/drawing/2014/main" id="{4DEFD8C9-6C2B-9C49-9F6F-5A35A2B747AF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360363" y="2286001"/>
            <a:ext cx="11553825" cy="4073524"/>
          </a:xfrm>
        </p:spPr>
        <p:txBody>
          <a:bodyPr/>
          <a:lstStyle/>
          <a:p>
            <a:r>
              <a:rPr lang="en-GB" dirty="0"/>
              <a:t>Click to add table</a:t>
            </a:r>
            <a:endParaRPr lang="en-US" dirty="0"/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D31E44D0-02C4-914B-B5F4-F5B0F5862C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366454" y="2414430"/>
            <a:ext cx="2557322" cy="2623913"/>
          </a:xfrm>
        </p:spPr>
        <p:txBody>
          <a:bodyPr/>
          <a:lstStyle>
            <a:lvl1pPr marL="180975" indent="-169863">
              <a:tabLst/>
              <a:defRPr sz="18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EAF8-165C-2D4A-9B32-495E40A07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11/14/2025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BBB3CA-848C-EF44-BEE5-EB67145F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B6E47-510B-8542-8D2A-81F475B8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0635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CL 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Headline" descr="Headline">
            <a:extLst>
              <a:ext uri="{FF2B5EF4-FFF2-40B4-BE49-F238E27FC236}">
                <a16:creationId xmlns:a16="http://schemas.microsoft.com/office/drawing/2014/main" id="{D136E2B9-C028-5142-BBB3-807BD19349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899999"/>
            <a:ext cx="8999900" cy="1368000"/>
          </a:xfrm>
        </p:spPr>
        <p:txBody>
          <a:bodyPr/>
          <a:lstStyle/>
          <a:p>
            <a:r>
              <a:rPr lang="en-US" dirty="0"/>
              <a:t>Main headline, Arial 44pt bold</a:t>
            </a:r>
          </a:p>
        </p:txBody>
      </p:sp>
      <p:sp>
        <p:nvSpPr>
          <p:cNvPr id="7" name="Table" descr="Text / Table">
            <a:extLst>
              <a:ext uri="{FF2B5EF4-FFF2-40B4-BE49-F238E27FC236}">
                <a16:creationId xmlns:a16="http://schemas.microsoft.com/office/drawing/2014/main" id="{01422A73-1E05-8B44-93EA-70AD3FCEEC9E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360363" y="2286001"/>
            <a:ext cx="11553825" cy="4073524"/>
          </a:xfrm>
        </p:spPr>
        <p:txBody>
          <a:bodyPr/>
          <a:lstStyle/>
          <a:p>
            <a:r>
              <a:rPr lang="en-GB" dirty="0"/>
              <a:t>Click to add table</a:t>
            </a:r>
            <a:endParaRPr lang="en-US" dirty="0"/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AD015BAE-CDFB-0848-8398-8E01CAEBAA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3451091"/>
            <a:ext cx="2610000" cy="2894291"/>
          </a:xfrm>
          <a:noFill/>
        </p:spPr>
        <p:txBody>
          <a:bodyPr lIns="0" tIns="0" rIns="0" bIns="0"/>
          <a:lstStyle>
            <a:lvl1pPr>
              <a:defRPr sz="1800"/>
            </a:lvl1pPr>
            <a:lvl2pPr>
              <a:buFontTx/>
              <a:buNone/>
              <a:defRPr/>
            </a:lvl2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EAF8-165C-2D4A-9B32-495E40A07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11/14/2025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BBB3CA-848C-EF44-BEE5-EB67145F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B6E47-510B-8542-8D2A-81F475B8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7062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CL Contact 2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Headline" descr="Headline">
            <a:extLst>
              <a:ext uri="{FF2B5EF4-FFF2-40B4-BE49-F238E27FC236}">
                <a16:creationId xmlns:a16="http://schemas.microsoft.com/office/drawing/2014/main" id="{D136E2B9-C028-5142-BBB3-807BD19349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899999"/>
            <a:ext cx="8999900" cy="1368000"/>
          </a:xfrm>
        </p:spPr>
        <p:txBody>
          <a:bodyPr/>
          <a:lstStyle/>
          <a:p>
            <a:r>
              <a:rPr lang="en-GB" dirty="0"/>
              <a:t>Useful links &amp; contact details</a:t>
            </a:r>
            <a:endParaRPr lang="en-US" dirty="0"/>
          </a:p>
        </p:txBody>
      </p:sp>
      <p:sp>
        <p:nvSpPr>
          <p:cNvPr id="21" name="Text" descr="Text">
            <a:extLst>
              <a:ext uri="{FF2B5EF4-FFF2-40B4-BE49-F238E27FC236}">
                <a16:creationId xmlns:a16="http://schemas.microsoft.com/office/drawing/2014/main" id="{82579D70-1A08-DC42-8CE8-ACA8360A7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2412000"/>
            <a:ext cx="5399088" cy="3600000"/>
          </a:xfrm>
        </p:spPr>
        <p:txBody>
          <a:bodyPr/>
          <a:lstStyle>
            <a:lvl1pPr marL="180975" indent="-169863">
              <a:tabLst/>
              <a:defRPr sz="2400">
                <a:latin typeface="+mn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" descr="Text">
            <a:extLst>
              <a:ext uri="{FF2B5EF4-FFF2-40B4-BE49-F238E27FC236}">
                <a16:creationId xmlns:a16="http://schemas.microsoft.com/office/drawing/2014/main" id="{82B359B7-CB0C-544C-88EE-891FC732EE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40000" y="2412000"/>
            <a:ext cx="5399088" cy="3600000"/>
          </a:xfrm>
        </p:spPr>
        <p:txBody>
          <a:bodyPr/>
          <a:lstStyle>
            <a:lvl1pPr marL="180975" indent="-169863">
              <a:tabLst/>
              <a:defRPr sz="2400">
                <a:latin typeface="+mn-lt"/>
              </a:defRPr>
            </a:lvl1pPr>
          </a:lstStyle>
          <a:p>
            <a:pPr lvl="0"/>
            <a:r>
              <a:rPr lang="en-US" sz="2400">
                <a:latin typeface="Arial" panose="020B0604020202020204" pitchFamily="34" charset="0"/>
                <a:cs typeface="Arial" panose="020B0604020202020204" pitchFamily="34" charset="0"/>
              </a:rPr>
              <a:t>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EAF8-165C-2D4A-9B32-495E40A07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11/14/2025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BBB3CA-848C-EF44-BEE5-EB67145F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B6E47-510B-8542-8D2A-81F475B8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1331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UCL branding brackground">
            <a:extLst>
              <a:ext uri="{FF2B5EF4-FFF2-40B4-BE49-F238E27FC236}">
                <a16:creationId xmlns:a16="http://schemas.microsoft.com/office/drawing/2014/main" id="{66A102D5-ABE3-9744-AE9F-9AF93B04BE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641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UCL Branding"/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5073" cy="545593"/>
          </a:xfrm>
          <a:prstGeom prst="rect">
            <a:avLst/>
          </a:prstGeom>
        </p:spPr>
      </p:pic>
      <p:sp>
        <p:nvSpPr>
          <p:cNvPr id="1026" name="Title Headline" descr="Headline">
            <a:extLst>
              <a:ext uri="{FF2B5EF4-FFF2-40B4-BE49-F238E27FC236}">
                <a16:creationId xmlns:a16="http://schemas.microsoft.com/office/drawing/2014/main" id="{1389B5D6-B2B6-B044-8F75-8C9E18FFF8E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60000" y="899999"/>
            <a:ext cx="10800690" cy="136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Main headline</a:t>
            </a:r>
            <a:r>
              <a:rPr lang="en-GB" altLang="en-US" dirty="0"/>
              <a:t>, Arial 44pt bold</a:t>
            </a:r>
            <a:endParaRPr lang="en-US" altLang="en-US" dirty="0"/>
          </a:p>
        </p:txBody>
      </p:sp>
      <p:sp>
        <p:nvSpPr>
          <p:cNvPr id="1027" name="Text" descr="Main text">
            <a:extLst>
              <a:ext uri="{FF2B5EF4-FFF2-40B4-BE49-F238E27FC236}">
                <a16:creationId xmlns:a16="http://schemas.microsoft.com/office/drawing/2014/main" id="{840A67E7-10FC-DE4B-8222-DBD366537B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60000" y="2376000"/>
            <a:ext cx="10800690" cy="378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4"/>
            <a:endParaRPr lang="en-US" dirty="0"/>
          </a:p>
        </p:txBody>
      </p:sp>
      <p:sp>
        <p:nvSpPr>
          <p:cNvPr id="4" name="Date " descr="Date">
            <a:extLst>
              <a:ext uri="{FF2B5EF4-FFF2-40B4-BE49-F238E27FC236}">
                <a16:creationId xmlns:a16="http://schemas.microsoft.com/office/drawing/2014/main" id="{BC7573E6-5C96-F54E-8C6A-D81E27BE49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2211" y="6480000"/>
            <a:ext cx="2743200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11/14/2025</a:t>
            </a:fld>
            <a:endParaRPr lang="en-US" dirty="0"/>
          </a:p>
        </p:txBody>
      </p:sp>
      <p:sp>
        <p:nvSpPr>
          <p:cNvPr id="5" name="Footer " descr="Footer title">
            <a:extLst>
              <a:ext uri="{FF2B5EF4-FFF2-40B4-BE49-F238E27FC236}">
                <a16:creationId xmlns:a16="http://schemas.microsoft.com/office/drawing/2014/main" id="{1B01C4CC-C66F-714D-B313-340C31FA70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0" y="6480000"/>
            <a:ext cx="6480000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" descr="Page number">
            <a:extLst>
              <a:ext uri="{FF2B5EF4-FFF2-40B4-BE49-F238E27FC236}">
                <a16:creationId xmlns:a16="http://schemas.microsoft.com/office/drawing/2014/main" id="{D2C68658-D4C2-394E-8334-67AC9BE3F1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23111" y="6480000"/>
            <a:ext cx="769307" cy="269918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21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2" r:id="rId2"/>
    <p:sldLayoutId id="2147483723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b="1" i="0" kern="1200" baseline="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9pPr>
    </p:titleStyle>
    <p:bodyStyle>
      <a:lvl1pPr marL="222250" marR="0" indent="-211138" algn="l" defTabSz="914400" rtl="0" eaLnBrk="1" fontAlgn="base" latinLnBrk="0" hangingPunct="1">
        <a:lnSpc>
          <a:spcPct val="100000"/>
        </a:lnSpc>
        <a:spcBef>
          <a:spcPts val="1000"/>
        </a:spcBef>
        <a:spcAft>
          <a:spcPct val="0"/>
        </a:spcAft>
        <a:buClrTx/>
        <a:buSzPct val="80000"/>
        <a:buFont typeface="Arial" panose="020B0604020202020204" pitchFamily="34" charset="0"/>
        <a:buChar char="•"/>
        <a:tabLst/>
        <a:defRPr sz="3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2250" indent="-211138" algn="l" rtl="0" eaLnBrk="1" fontAlgn="base" hangingPunct="1">
        <a:lnSpc>
          <a:spcPct val="100000"/>
        </a:lnSpc>
        <a:spcBef>
          <a:spcPts val="0"/>
        </a:spcBef>
        <a:spcAft>
          <a:spcPct val="0"/>
        </a:spcAft>
        <a:buSzPct val="80000"/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222250" indent="-211138" algn="l" rtl="0" eaLnBrk="1" fontAlgn="base" hangingPunct="1">
        <a:lnSpc>
          <a:spcPct val="100000"/>
        </a:lnSpc>
        <a:spcBef>
          <a:spcPts val="500"/>
        </a:spcBef>
        <a:spcAft>
          <a:spcPct val="0"/>
        </a:spcAft>
        <a:buSzPct val="80000"/>
        <a:buFont typeface="Arial" panose="020B0604020202020204" pitchFamily="34" charset="0"/>
        <a:buChar char="•"/>
        <a:tabLst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1112" marR="0" indent="0" algn="l" defTabSz="914400" rtl="0" eaLnBrk="1" fontAlgn="base" latinLnBrk="0" hangingPunct="1">
        <a:lnSpc>
          <a:spcPct val="100000"/>
        </a:lnSpc>
        <a:spcBef>
          <a:spcPts val="500"/>
        </a:spcBef>
        <a:spcAft>
          <a:spcPct val="0"/>
        </a:spcAft>
        <a:buClrTx/>
        <a:buSzPct val="80000"/>
        <a:buFont typeface="Arial" panose="020B0604020202020204" pitchFamily="34" charset="0"/>
        <a:buNone/>
        <a:tabLst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180975" marR="0" indent="-180975" algn="l" defTabSz="914400" rtl="0" eaLnBrk="1" fontAlgn="base" latinLnBrk="0" hangingPunct="1">
        <a:lnSpc>
          <a:spcPct val="100000"/>
        </a:lnSpc>
        <a:spcBef>
          <a:spcPts val="500"/>
        </a:spcBef>
        <a:spcAft>
          <a:spcPct val="0"/>
        </a:spcAft>
        <a:buClrTx/>
        <a:buSzPct val="80000"/>
        <a:buFont typeface="Arial" panose="020B0604020202020204" pitchFamily="34" charset="0"/>
        <a:buChar char="•"/>
        <a:tabLst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 err="1"/>
              <a:t>GenHack</a:t>
            </a:r>
            <a:r>
              <a:rPr lang="en-GB" dirty="0"/>
              <a:t> IV</a:t>
            </a:r>
          </a:p>
        </p:txBody>
      </p:sp>
      <p:sp>
        <p:nvSpPr>
          <p:cNvPr id="7" name="Picture Placeholder 6" descr="Background image"/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r>
              <a:rPr lang="en-US" dirty="0"/>
              <a:t>Andy Deng, Daniel </a:t>
            </a:r>
            <a:r>
              <a:rPr lang="en-US" dirty="0" err="1"/>
              <a:t>Huenco</a:t>
            </a:r>
            <a:r>
              <a:rPr lang="en-US" dirty="0"/>
              <a:t>, Teddy Ross, and Steve Sperazza</a:t>
            </a:r>
          </a:p>
        </p:txBody>
      </p:sp>
      <p:sp>
        <p:nvSpPr>
          <p:cNvPr id="5" name="Title 4" descr="Heading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Like It Hot</a:t>
            </a:r>
            <a:br>
              <a:rPr lang="en-GB" dirty="0"/>
            </a:br>
            <a:r>
              <a:rPr lang="en-GB" sz="2800" i="1" dirty="0"/>
              <a:t>Week 1 Presentation</a:t>
            </a:r>
            <a:br>
              <a:rPr lang="en-GB" i="1" dirty="0"/>
            </a:br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CC8870-6820-58A2-D474-814C82FF4A11}"/>
              </a:ext>
            </a:extLst>
          </p:cNvPr>
          <p:cNvGrpSpPr/>
          <p:nvPr/>
        </p:nvGrpSpPr>
        <p:grpSpPr>
          <a:xfrm>
            <a:off x="6060042" y="1700709"/>
            <a:ext cx="4376791" cy="4376791"/>
            <a:chOff x="6441895" y="1611211"/>
            <a:chExt cx="4376791" cy="4376791"/>
          </a:xfrm>
        </p:grpSpPr>
        <p:pic>
          <p:nvPicPr>
            <p:cNvPr id="1028" name="Picture 4" descr="Some Like It Hot - Cheap Theatre Tickets - London Theatre to be announced">
              <a:extLst>
                <a:ext uri="{FF2B5EF4-FFF2-40B4-BE49-F238E27FC236}">
                  <a16:creationId xmlns:a16="http://schemas.microsoft.com/office/drawing/2014/main" id="{B22B37C5-5E51-354A-1C5C-EBBECA6794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1895" y="1611211"/>
              <a:ext cx="4376791" cy="4376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8C4C06A-F944-DB49-0371-343F9DD0BB92}"/>
                </a:ext>
              </a:extLst>
            </p:cNvPr>
            <p:cNvCxnSpPr/>
            <p:nvPr/>
          </p:nvCxnSpPr>
          <p:spPr>
            <a:xfrm flipV="1">
              <a:off x="9454551" y="3631721"/>
              <a:ext cx="345057" cy="6038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E19BCF4-C4E1-6905-7E2E-D1E9AC8B9C97}"/>
                </a:ext>
              </a:extLst>
            </p:cNvPr>
            <p:cNvCxnSpPr>
              <a:cxnSpLocks/>
            </p:cNvCxnSpPr>
            <p:nvPr/>
          </p:nvCxnSpPr>
          <p:spPr>
            <a:xfrm>
              <a:off x="9454551" y="3631721"/>
              <a:ext cx="332387" cy="7826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6C1B078-477B-FAE8-00FE-77FCFC3EE7BE}"/>
                </a:ext>
              </a:extLst>
            </p:cNvPr>
            <p:cNvSpPr txBox="1"/>
            <p:nvPr/>
          </p:nvSpPr>
          <p:spPr>
            <a:xfrm rot="21218621">
              <a:off x="9701396" y="3420102"/>
              <a:ext cx="88036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GB" sz="1000" b="1" dirty="0">
                  <a:solidFill>
                    <a:srgbClr val="FF0000"/>
                  </a:solidFill>
                  <a:latin typeface="Bradley Hand ITC" panose="03070402050302030203" pitchFamily="66" charset="0"/>
                </a:rPr>
                <a:t>Data Science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15947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 descr="Heading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ext Placeholder 4" descr="Text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4577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565F2-0156-FED7-31E6-4705084B1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 descr="Heading">
            <a:extLst>
              <a:ext uri="{FF2B5EF4-FFF2-40B4-BE49-F238E27FC236}">
                <a16:creationId xmlns:a16="http://schemas.microsoft.com/office/drawing/2014/main" id="{E676F6B7-77E5-05C6-C24E-95123F219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ext Placeholder 4" descr="Text">
            <a:extLst>
              <a:ext uri="{FF2B5EF4-FFF2-40B4-BE49-F238E27FC236}">
                <a16:creationId xmlns:a16="http://schemas.microsoft.com/office/drawing/2014/main" id="{BBFECEA1-6C29-2C1A-C90D-0F34D8DCA6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99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12D99-55C8-414C-2E94-AB984F204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 descr="Heading">
            <a:extLst>
              <a:ext uri="{FF2B5EF4-FFF2-40B4-BE49-F238E27FC236}">
                <a16:creationId xmlns:a16="http://schemas.microsoft.com/office/drawing/2014/main" id="{9FE6A0D4-AF6A-FD81-5E84-1E423FD8F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ext Placeholder 4" descr="Text">
            <a:extLst>
              <a:ext uri="{FF2B5EF4-FFF2-40B4-BE49-F238E27FC236}">
                <a16:creationId xmlns:a16="http://schemas.microsoft.com/office/drawing/2014/main" id="{B9812E59-03B0-ED03-CF91-DA977BCDA4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8453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7D84-97A9-C1E6-071A-5FB9A7E7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 descr="Heading">
            <a:extLst>
              <a:ext uri="{FF2B5EF4-FFF2-40B4-BE49-F238E27FC236}">
                <a16:creationId xmlns:a16="http://schemas.microsoft.com/office/drawing/2014/main" id="{4A0BBBCF-5759-1D2A-C04D-DA826C392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ext Placeholder 4" descr="Text">
            <a:extLst>
              <a:ext uri="{FF2B5EF4-FFF2-40B4-BE49-F238E27FC236}">
                <a16:creationId xmlns:a16="http://schemas.microsoft.com/office/drawing/2014/main" id="{791E7CC0-279A-7D47-3580-AF8CD599FE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86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43A16-187A-256C-0361-FC743CDF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 descr="Heading">
            <a:extLst>
              <a:ext uri="{FF2B5EF4-FFF2-40B4-BE49-F238E27FC236}">
                <a16:creationId xmlns:a16="http://schemas.microsoft.com/office/drawing/2014/main" id="{C2EBCC81-E874-051B-83DF-AC4912168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ext Placeholder 4" descr="Text">
            <a:extLst>
              <a:ext uri="{FF2B5EF4-FFF2-40B4-BE49-F238E27FC236}">
                <a16:creationId xmlns:a16="http://schemas.microsoft.com/office/drawing/2014/main" id="{7AFD797A-B105-5152-CB71-25B956CE24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1904240"/>
      </p:ext>
    </p:extLst>
  </p:cSld>
  <p:clrMapOvr>
    <a:masterClrMapping/>
  </p:clrMapOvr>
</p:sld>
</file>

<file path=ppt/theme/theme1.xml><?xml version="1.0" encoding="utf-8"?>
<a:theme xmlns:a="http://schemas.openxmlformats.org/drawingml/2006/main" name="UCL_Black_Slide_Theme">
  <a:themeElements>
    <a:clrScheme name="UCL Black Theme">
      <a:dk1>
        <a:sysClr val="windowText" lastClr="000000"/>
      </a:dk1>
      <a:lt1>
        <a:srgbClr val="FFFFFF"/>
      </a:lt1>
      <a:dk2>
        <a:srgbClr val="000000"/>
      </a:dk2>
      <a:lt2>
        <a:srgbClr val="E6E6E6"/>
      </a:lt2>
      <a:accent1>
        <a:srgbClr val="F6BE00"/>
      </a:accent1>
      <a:accent2>
        <a:srgbClr val="B5BD00"/>
      </a:accent2>
      <a:accent3>
        <a:srgbClr val="A4DBE8"/>
      </a:accent3>
      <a:accent4>
        <a:srgbClr val="8C8279"/>
      </a:accent4>
      <a:accent5>
        <a:srgbClr val="EA7600"/>
      </a:accent5>
      <a:accent6>
        <a:srgbClr val="E03C31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custClrLst>
    <a:custClr name="name of colour">
      <a:srgbClr val="000000"/>
    </a:custClr>
  </a:custClrLst>
  <a:extLst>
    <a:ext uri="{05A4C25C-085E-4340-85A3-A5531E510DB2}">
      <thm15:themeFamily xmlns:thm15="http://schemas.microsoft.com/office/thememl/2012/main" name="Presentation4" id="{1117F47E-1820-FB44-B702-91BC503BEEB2}" vid="{7AC29BA8-160E-2647-B666-6ADA20DE7E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25</Words>
  <Application>Microsoft Office PowerPoint</Application>
  <PresentationFormat>Widescreen</PresentationFormat>
  <Paragraphs>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Bradley Hand ITC</vt:lpstr>
      <vt:lpstr>Calibri</vt:lpstr>
      <vt:lpstr>UCL_Black_Slide_Theme</vt:lpstr>
      <vt:lpstr>Some Like It Hot Week 1 Presentation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College London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Petterson, Helen</dc:creator>
  <cp:lastModifiedBy>Sperazza, Steven</cp:lastModifiedBy>
  <cp:revision>16</cp:revision>
  <dcterms:created xsi:type="dcterms:W3CDTF">2020-09-10T09:35:54Z</dcterms:created>
  <dcterms:modified xsi:type="dcterms:W3CDTF">2025-11-14T09:40:42Z</dcterms:modified>
</cp:coreProperties>
</file>